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828800"/>
            <a:ext cx="5120640" cy="5120640"/>
          </a:xfrm>
          <a:prstGeom prst="ellipse">
            <a:avLst/>
          </a:prstGeom>
          <a:solidFill>
            <a:srgbClr val="0D9488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291840"/>
            <a:ext cx="4206240" cy="4206240"/>
          </a:xfrm>
          <a:prstGeom prst="ellipse">
            <a:avLst/>
          </a:prstGeom>
          <a:solidFill>
            <a:srgbClr val="14B8A6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OFFICE HOURS  |  WEEK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1945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Copilot: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77240" y="315468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 set of eyes on your files.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4526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a snippet into the chat, get an answer back. Live demos - try it as we go.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walk out able to do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end, you can: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0927080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350008"/>
            <a:ext cx="566928" cy="56692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2276856"/>
            <a:ext cx="6035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what you need out of a messy log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955280" y="2276856"/>
            <a:ext cx="3383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regex or parser, from a sample line.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218688"/>
            <a:ext cx="10927080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3419856"/>
            <a:ext cx="566928" cy="56692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0" y="3346704"/>
            <a:ext cx="6035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code or config you inherited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955280" y="3346704"/>
            <a:ext cx="3383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it, ask what it does - no vendor call.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288536"/>
            <a:ext cx="10927080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4489704"/>
            <a:ext cx="566928" cy="56692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0" y="4416552"/>
            <a:ext cx="6035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Crunch a test-data file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955280" y="4416552"/>
            <a:ext cx="3383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out-of-spec readings, count failures.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358384"/>
            <a:ext cx="10927080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5559552"/>
            <a:ext cx="566928" cy="56692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1828800" y="5486400"/>
            <a:ext cx="6035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 an error message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955280" y="5486400"/>
            <a:ext cx="3383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Plain-English cause and likely fix.</a:t>
            </a:r>
            <a:endParaRPr lang="en-US" sz="13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459736"/>
            <a:ext cx="347472" cy="347472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3529584"/>
            <a:ext cx="347472" cy="347472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4599432"/>
            <a:ext cx="347472" cy="347472"/>
          </a:xfrm>
          <a:prstGeom prst="rect">
            <a:avLst/>
          </a:prstGeom>
        </p:spPr>
      </p:pic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5669280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194560" cy="502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1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sense of a log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a few lines from a log or serial dump. Copilot writes the regex to pull out the fields you want - drop it into whatever tool you parse with.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27080" cy="18288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3200400"/>
            <a:ext cx="109728" cy="1828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40156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THIS (with a real sample line):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05840" y="3767328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"My log has lines like:</a:t>
            </a:r>
            <a:endParaRPr lang="en-US" sz="15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[2026-06-01 10:23] TEMP=72.4F RH=48%</a:t>
            </a:r>
            <a:endParaRPr lang="en-US" sz="15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a regex that pulls out the timestamp, temperature, and humidity."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58368" y="5257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up: "Now give me a Python snippet that loads the file and prints any row where RH is outside 45-55."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19456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2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 code you didn't write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firmware, a colleague's config, ladder logic, a script nobody documented. Paste it in and ask. No environment needed - just read.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27080" cy="17830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3200400"/>
            <a:ext cx="109728" cy="1783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40156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THIS (then paste the code or config):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05840" y="3767328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"Explain what this does in plain English, step by step, and tell me</a:t>
            </a:r>
            <a:endParaRPr lang="en-US" sz="15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which line sets the fan speed. Then: what would I change to run</a:t>
            </a:r>
            <a:endParaRPr lang="en-US" sz="15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fan 10% faster?"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5212080"/>
            <a:ext cx="10927080" cy="86868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521208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lands:  </a:t>
            </a:r>
            <a:pPr indent="0" marL="0">
              <a:buNone/>
            </a:pPr>
            <a:r>
              <a:rPr lang="en-US" sz="14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turns "I'm scared to touch this" into "I know exactly what line to change."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some prompts work and some don't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trick: how you ask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it a real sample. Name what you want out. State the rule.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5349240" cy="31089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7432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VAGUE - it guesses wrong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338328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7F1D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"Help me parse my log file."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92240" y="2468880"/>
            <a:ext cx="5349240" cy="310896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27432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- it just works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58000" y="3383280"/>
            <a:ext cx="4617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"Sample line: [2026-06-01 10:23] TEMP=72.4F RH=48%. Write a regex that captures the timestamp, temp, and RH as numbers."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474720"/>
            <a:ext cx="4754880" cy="475488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STEAL THESE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starter prompts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8229600" cy="67665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194560"/>
            <a:ext cx="91440" cy="67665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94560"/>
            <a:ext cx="7772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a regex to extract [fields] from lines like: [paste a sample]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999232"/>
            <a:ext cx="8229600" cy="67665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999232"/>
            <a:ext cx="91440" cy="67665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999232"/>
            <a:ext cx="7772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 what this code/config does, step by step: [paste it]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803904"/>
            <a:ext cx="8229600" cy="67665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3803904"/>
            <a:ext cx="91440" cy="67665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803904"/>
            <a:ext cx="7772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CSV columns are [...]. Flag rows outside [spec] and count failures per unit.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608576"/>
            <a:ext cx="8229600" cy="67665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4608576"/>
            <a:ext cx="91440" cy="67665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608576"/>
            <a:ext cx="7772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Decode this error and tell me the likely cause: [paste it]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58368" y="545896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isn't built into your tools - open a chat tab, paste the snippet, copy the answer back.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58368" y="591616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on basic Chat - about 50 chats a month. Batch your questions; don't waste one on something trivial.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Office Hours Week 2 - GitHub Copilot</dc:title>
  <dc:subject>PptxGenJS Presentation</dc:subject>
  <dc:creator>PptxGenJS</dc:creator>
  <cp:lastModifiedBy>PptxGenJS</cp:lastModifiedBy>
  <cp:revision>1</cp:revision>
  <dcterms:created xsi:type="dcterms:W3CDTF">2026-06-02T20:55:00Z</dcterms:created>
  <dcterms:modified xsi:type="dcterms:W3CDTF">2026-06-02T20:55:00Z</dcterms:modified>
</cp:coreProperties>
</file>